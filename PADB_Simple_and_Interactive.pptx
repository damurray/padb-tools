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301" r:id="rId52"/>
    <p:sldId id="302" r:id="rId53"/>
    <p:sldId id="304" r:id="rId55"/>
    <p:sldId id="303" r:id="rId54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5.xml"/><Relationship Id="rId55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accuracy_vs_freq, distribution,
de_summary, etc.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pic>
        <p:nvPicPr>
          <p:cNvPr id="8" name="Picture 7" descr="t1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B2A4A"/>
                </a:solidFill>
              </a:rPr>
              <a:t>py webapp\padb_web.py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Drag MaxPowerTutorial1.pod onto the page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Analytics parse instantly — no extraction needed to preview them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Mode: simple, Module: Tutorial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Click Generate Job — writes MaxPowerTutorial1_job.json next to the pod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Check the Box, Run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pic>
        <p:nvPicPr>
          <p:cNvPr id="8" name="Picture 7" descr="t1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505532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Check the job's row, click Run Selected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Real PADB-R.exe runs — the queue serializes it, so it's safe even if others are running jobs too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Status panel streams the live log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"done" + Open results link when it finishes — 107.1s, this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in pod/analytic order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pic>
        <p:nvPicPr>
          <p:cNvPr id="8" name="Picture 7" descr="t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Same drop, different mode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Mode: interactive (V2), Module: Tutorial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click, three files: 1 run job (extraction) + 1 plot job per analytic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csv_path in each plot job is PREDICTED — padb_v2.py verifies it against the real CSV once the run job has actually extracted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Select Just the Run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rows appear — the run job and both plot jobs. Check only the run job:</a:t>
            </a:r>
          </a:p>
        </p:txBody>
      </p:sp>
      <p:pic>
        <p:nvPicPr>
          <p:cNvPr id="9" name="Picture 8" descr="t2_step2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4024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You never need to check the plot-job rows yourself for a fresh dataset — the run job finds and runs them automatically once extraction succeeds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One Click: Extract AND Build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Click Run Selected once. Real PADB-R.exe extraction, then both plot jobs build automatically — no second step:</a:t>
            </a:r>
          </a:p>
        </p:txBody>
      </p:sp>
      <p:pic>
        <p:nvPicPr>
          <p:cNvPr id="9" name="Picture 8" descr="t2_step2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0" cy="34681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B2A4A"/>
                </a:solidFill>
                <a:latin typeface="Segoe UI"/>
              </a:rPr>
              <a:t>•  3 temperatures (Room, 20°C, 30°C) — padb_v2.py auto-detects multi-temp data and builds the full six-view suite, no "views" key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Spec Pass/Fail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pod's CSV has real Upper (30 dBm) and Lower (23 dBm) limits, so both are detected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automatically -- no manual override needed, and no live selector to switch (data beats config)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 is a guaranteed-minimum-power measurement, so the Lower limit is the one that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actually matters here -- watch the dashed lower spec line against the TTL band as you filter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51460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Six Views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pic>
        <p:nvPicPr>
          <p:cNvPr id="8" name="Picture 7" descr="t2_view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Scatter — raw per-measurement, all temps</a:t>
            </a:r>
          </a:p>
        </p:txBody>
      </p:sp>
      <p:pic>
        <p:nvPicPr>
          <p:cNvPr id="10" name="Picture 9" descr="t2_view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02336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Boxplot — box stats per condition/temperature</a:t>
            </a:r>
          </a:p>
        </p:txBody>
      </p:sp>
      <p:pic>
        <p:nvPicPr>
          <p:cNvPr id="12" name="Picture 11" descr="t2_view_stat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Stat Summary — room-temp per-DUT population stats</a:t>
            </a:r>
          </a:p>
        </p:txBody>
      </p:sp>
      <p:pic>
        <p:nvPicPr>
          <p:cNvPr id="14" name="Picture 13" descr="t2_view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Summary — all-temp NP-TI summary</a:t>
            </a:r>
          </a:p>
        </p:txBody>
      </p:sp>
      <p:pic>
        <p:nvPicPr>
          <p:cNvPr id="16" name="Picture 15" descr="t2_view_env_cover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02336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Env Coverage — carrier-power stability vs. temperature</a:t>
            </a:r>
          </a:p>
        </p:txBody>
      </p:sp>
      <p:pic>
        <p:nvPicPr>
          <p:cNvPr id="18" name="Picture 17" descr="t2_view_distribu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49808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Distribution — multi-temp Delta-Env KDE (Harmonics pod)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Segment Tab-Through — Jump Between Spec Bands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pic>
        <p:nvPicPr>
          <p:cNvPr id="8" name="Picture 7" descr="deepdive_segment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315200" cy="43434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092440" y="18288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ClockSpurs_PADBToolTest.pod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 real 5-level spec staircase per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"Segment by": Spec / Limit / Uncertainty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Prev / Next jump the freq window to each contiguous spec band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Isolate one SpurType first (dropdown, top-left) — segments are per-selection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Respects the Global Filter and serial/port filters: exclude a DUT and its own spec/limit/uncertainty contribution drops too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All six views: scatter, boxplot, distribution already had this; stat_summary, summary, env_coverage, and the real Delta-Env distribution view all got it this session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Group By — Collapsing Fragmented Conditions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pic>
        <p:nvPicPr>
          <p:cNvPr id="8" name="Picture 7" descr="deepdive_groupby_sta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Stat Summary — Group by: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This pod's per-unit Group text fragments into 151 near-duplicate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Group by collapses them to the 5 real spur types — one legend entry, one spec line each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Mean/min/max/quantiles pool exactly per DUT — a DUT's data falls under exactly one condition per dimension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NP-TI / spec take the worst case across the collapsed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Same dropdown added to Summary and Env Coverage this session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Environmental Coverage — Group By + Segment Tabs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pic>
        <p:nvPicPr>
          <p:cNvPr id="8" name="Picture 7" descr="deepdive_groupby_env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Env Coverage — Group by: SpurType, Segment by: Spec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Before this session: one flat spec value per condition, no per-frequency tracking at 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Now: per-frequency Upper/Lower Limit, Spec, and Uncertainty tracked and segment-tabbable, same as every other view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UDE/LDE/TTU/TTL recompute exactly on every Group By change — already derived from raw per-DUT data on each call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GF toggle (top-right) still applies per-DUT exclusions the same way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Global Filter — Export/Import CSV, Copy PADB Filter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GF buttons (boxplot) are additive, not replacing — "Set filter as GF" / "Set outliers as GF" / "Set delta outliers as GF" all add to the existing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Use "Clear global filter" first if you want to start over from empty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GF CSV — downloads a human-readable CSV (Serial, Condition, Temperature, Start/Stop Freq, N Points)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Frequency columns are display-only context — the runtime match is on serial+condition+temperature only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Import GF CSV — re-merges (adds to) the current filter from a previously exported CSV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Copy PADB Filter — builds a real PADB filter expression matching this view's own active filters (condition/Serial/Port/Frequency/Temperature), ready to paste into PADB itself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Once set, GF propagates automatically to summary and env_coverage — no need to re-select DUTs per view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In-Page Help Panel — Explains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one of the 6 main views now has a collapsible ⓘ Help button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Static explanation: what Filter / Group by / Segment by actually do, and how an unfiltered dimension can pool into extra segments or legend entries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Dynamic check: flags rows where Upper_Limit &lt; Lower_Limit or Spec_Hi &lt; Spec_Lo (backwards from the usual convention)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Names which filter-dimension value(s) the inverted rows are concentrated in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example this caught: "14 segments where ~7 were expected" traced to one Serial Number with inverted spec rows across its whole dataset — a pod data issue, not a tool bug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padb_csv_check.py (next slide) to catch the same class of issue before you even open the HTML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env_coverage, distribution, stat_summary, and summary now also show a static noise-sensitivity disclaimer — TI/KDE/normality math assumes reasonably well-behaved, low-noise data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Pre-Flight Check — padb_csv_check.py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it between Step 2 (extraction) and Step 4 (build views) — before spending time on a build that turns out wrong: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padb_csv_check.py path\to\Scatter.csv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Calls the exact same CSV-loading function padb_v2.py itself uses — findings can't drift out of sync with what actually gets plotted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Flags orphaned numeric columns (a second swept dimension sitting unused), inverted spec rows, high Group cardinality (&gt;100 crowded, &gt;500 genuinely slow), and missing grouping items (Serial/Port/Spec/Uncertainty)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Exit code 1 on any WARN/FAIL — usable as a pre-flight gate in a script, not just an interactive read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Web App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 Abort &amp; Cross-Process PADB-R.exe Exclusivity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 abort — a queued or running job in the web app can now be cancelled from the status panel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jobs execute before plot jobs whenever a mixed selection is run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Cross-process exclusivity guard (padb_batch.py) — two PADB-R.exe instances interfere with and stall each other, even across separate process launches (e.g. a webapp restart mid-run)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Every entry point (CLI and web app alike) now waits on the live OS process table before launching, rather than trusting one process's own in-memory queue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If it never clears, it names the blocking PID(s) with the exact taskkill command to clear a genuinely-stuck instance by hand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Cross-Site Comparison — compare_csv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Compares two sites' data (e.g. an established site vs. a newly-stood-up site) without hand-merging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job.json: "compare_csv": {"SR": "path...", "AMC2": "path..."}, "primary_site": "SR"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primary_site is the reference population for the boxplot check below — no effect on other views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Mechanism: each site's own CSV is tagged "Site: &lt;name&gt;" in its Group text and merged — the normal single-CSV pipeline runs completely unchanged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"Site" becomes a real, filterable/groupable condition dimension for free, same as Port or Serial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Deliberately tolerant of imperfect data — mismatched columns, one site missing spec limits, narrower temperature/port coverage are all expected, not errors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An always-visible banner flags real coverage gaps between sites (e.g. missing temperatures/ports) — numeric formatting differences between sites never falsely count as a gap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Site Population Check — DUT or Station?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Tests each non-primary-site DUT's value at each frequency/temperature against the k×IQR fence built from the primary site's own population there — available on boxplot, stat_summary, and summary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Reuses the exact fence and live k×IQR control the page's own outlier detection already uses — no new statistical method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Per-DUT summary — checked/outside counts, high/low split, and how many of a DUT's outside points are shared with another DUT at the same spot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Frequency clusters — every (temp, freq) where 2+ distinct DUTs are simultaneously outside — the strongest signal for a station/fixture issue, not one bad DUT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Suggested triage tag per DUT: station/systemic &gt; bad DUT &gt; isolated &gt; below-population (benign) &gt; ambiguous — a suggestion, not a verdict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CSV (All) / (Outside only) — downloads the per-point detail table with a metadata header (timestamp, primary site, frequency window)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finding on ClockSpurs SR-vs-AMC2 data: all 8 AMC2 DUTs came back "Likely station/systemic," reading systematically quieter than SR — a site calibration signature, not 8 bad units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Duplicate Test Runs vs. DUT Count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Statistics Table's n counts raw CSV rows, not distinct DUTs — a DUT measured twice at the same point is counted twice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"Dup runs" column sums the extras across every duplicated DUT — 3 DUTs with 1 dup each is not the same as 1 DUT with 3 dups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Site Population Check's "Genuinely repeated freqs" / "SR dup pts" break duplicates down per-DUT instead of one ambiguous total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Port is part of the duplicate identity — a DUT's RF1 and RF2 rows are two real measurements, never counted as duplicates of each other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Real bug fixed this session: an earlier version of this check missed that distinction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Condition pooling (e.g. Group by: Serial Number) is not a duplicate either — same DUT under different SpurTypes/conditions is real coverage, not a repeat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"Collapse dup runs" checkbox (boxplot) averages true duplicates before computing box stats — stat_summary/summary don't need it, their per-DUT data is already pre-averaged server-side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Webapp: Compare Two Datasets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Collapsed-by-default panel in the web app (a corner case — mainly useful the first time a new site comes online)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Pick two already-extracted CSVs (auto-discovered from disk), name each site, pick the primary, and Create &amp; Run in one step — no hand-written job.json needed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Validates first: a genuine measurement-unit mismatch (e.g. dBc vs. dBm) blocks with an explanation, with an explicit override to proceed anyway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Softer gaps — missing temperatures/ports, non-overlapping frequency ranges — only warn, never block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New job defaults to local-only (publish_to left empty) — publishing an ad-hoc comparison test is a deliberate, separate choice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"Show tooltip help" checkbox (top of every page) toggles hover help across the whole app on/off, remembered across reloads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