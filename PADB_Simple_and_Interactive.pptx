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301" r:id="rId52"/>
    <p:sldId id="302" r:id="rId53"/>
    <p:sldId id="303" r:id="rId54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builds a real PADB filter expression matching this view's own active filters (condition/Serial/Port/Frequency/Temperature), ready to paste into PADB itself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Cross-Site Comparison — compare_csv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Compares two sites' data (e.g. an established site vs. a newly-stood-up site) without hand-merging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job.json: "compare_csv": {"SR": "path...", "AMC2": "path..."}, "primary_site": "SR"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primary_site is the reference population for the boxplot check below — no effect on other views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Mechanism: each site's own CSV is tagged "Site: &lt;name&gt;" in its Group text and merged — the normal single-CSV pipeline runs completely unchanged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"Site" becomes a real, filterable/groupable condition dimension for free, same as Port or Serial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Deliberately tolerant of imperfect data — mismatched columns, one site missing spec limits, narrower temperature/port coverage are all expected, not errors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An always-visible banner flags real coverage gaps between sites (e.g. missing temperatures/ports) — numeric formatting differences between sites never falsely count as a gap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Boxplot Site Population Check — Bad DUT or Bad Station?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Tests each non-primary-site DUT's value at each frequency/temperature against the k×IQR fence built from the primary site's own population there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Reuses the exact fence and live k×IQR control the page's own outlier detection already uses — no new statistical method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Per-DUT summary — checked/outside counts, high/low split, and how many of a DUT's outside points are shared with another DUT at the same spot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Frequency clusters — every (temp, freq) where 2+ distinct DUTs are simultaneously outside — the strongest signal for a station/fixture issue, not one bad DUT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Suggested triage tag per DUT: station/systemic &gt; bad DUT &gt; isolated &gt; below-population (benign) &gt; ambiguous — a suggestion, not a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finding on ClockSpurs SR-vs-AMC2 data: all 8 AMC2 DUTs came back "Likely station/systemic," reading systematically quieter than SR — a site calibration signature, not 8 bad units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Webapp: Compare Two Datasets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Collapsed-by-default panel in the web app (a corner case — mainly useful the first time a new site comes online)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Pick two already-extracted CSVs (auto-discovered from disk), name each site, pick the primary, and Create &amp; Run in one step — no hand-written job.json needed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Validates first: a genuine measurement-unit mismatch (e.g. dBc vs. dBm) blocks with an explanation, with an explicit override to proceed anyway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Softer gaps — missing temperatures/ports, non-overlapping frequency ranges — only warn, never block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New job defaults to local-only (publish_to left empty) — publishing an ad-hoc comparison test is a deliberate, separate choice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"Show tooltip help" checkbox (top of every page) toggles hover help across the whole app on/off, remembered across reloads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