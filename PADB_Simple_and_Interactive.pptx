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largest first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Try the TLL Selector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 has no spec limits, so the live "TLL display" selector appears (circled) 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try switching it to "Lower only"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42316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5363504" y="2978950"/>
            <a:ext cx="2219797" cy="224241"/>
          </a:xfrm>
          <a:prstGeom prst="roundRect">
            <a:avLst/>
          </a:prstGeom>
          <a:noFill/>
          <a:ln w="285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