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FC5FF"/>
                </a:solidFill>
                <a:latin typeface="Segoe UI"/>
              </a:defRPr>
            </a:pPr>
            <a:r>
              <a:t>PADB Simple &amp; PADB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C4D2E8"/>
                </a:solidFill>
                <a:latin typeface="Segoe UI"/>
              </a:defRPr>
            </a:pPr>
            <a:r>
              <a:t>Automating PADB-R.exe extraction and plotting for SG6311A characterization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E8FB3"/>
                </a:solidFill>
              </a:defRPr>
            </a:pPr>
            <a:r>
              <a:t>SG6311A Test Engineering  |  C:\apps\padb\tools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What is padb-tools?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Three tiers: Legacy, Simple, Interactive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Simple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Interactive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Setting up your environment to create your own plots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Where to get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is padb-tools?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PADB-R.exe headlessly: runs a .pod file's analytics, collects the CSV/native output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Turns results into interactive HTML — Plotly embedded inline, no server needed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Works straight off a network share; results are self-contained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One job.json file configures a run — what pod, what date range, where to publish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PADB-R.exe is a real WinForms GUI app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Needs an actual Windows desktop session — will not run over SSH or as a service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Three Tiers — Pick What You Need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mode omitted / "legacy"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Older per-analytic plot types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accuracy_vs_freq, distribution,
de_summary, etc.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 drives everything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"simple"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Literal PADB::Simple replacement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PADB-R's own native PNG/PDF
renders, no custom plotting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job.json, same shape as Legacy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"interactive"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Full modern interactive suite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scatter, stat_summary, boxplot,
distribution, env_coverage, summary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Two files: run job + plot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 direct, static replacement for the old Perl PADB::Simple tool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Zero custom plotting or statistics — no scatter, no tolerance intervals, no filters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PADB-R's own native rendering: OutputConfig_OutputGraph=1, GraphFormat=png,pdf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Wraps the native PNG/PDF output in a bare gallery page, one card per image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Metadata table dumped from the pod's own extraction settings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Download links for the original .sao / .pod / .txt / .csv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 quick static report, or matching exactly what the legacy tool produced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"description": "SG6311A MiniMoab Self-Test",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"pod": "SelfTestMiniMoab_000.pod",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"results_dir": "SelfTestMiniMoab_000_simple_results",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"padb_timeout": 7200,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"run_analytics": true,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"publish": 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  "destination": "\\\\srsnas01...\\SG6311A\\PADB-Simple\\MiniMoab\\SelfTestMiniMoab_000"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Running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Fastest path — generate the job.json straight from the pod: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Then run it — real PADB-R.exe execution, needs a desktop session: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MyPod_job.json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--module MyModule names the publish subfolder — always explicit, never guessed (more on slide 12)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 results_dir\index.html — one card per native PNG (linked to its PDF)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HOW_TO_USE.txt is written alongside it, explaining what this tier does and doesn't 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Re-plot without re-extracting: py padb_run.py MyPod_job.json --plots-only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 full modern interactive suite — six views from one Type=80 Scatter CSV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scatter, stat_summary, boxplot, distribution, env_coverage, summary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Auto-selects the right view set from the data itself: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Room-only data → scatter + boxplot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Multi-temperature data → all six views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Live filters: condition, serial,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(parametric TI, non-parametric TI), spec pass/fail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any new pod — richer feature set, no regenerating to explore the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Two-Step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Runs PADB-R.exe, writes a</a:t>
            </a:r>
            <a:br/>
            <a:r>
              <a:t>fresh CSV from the DB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padb_v2.py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Reads the CSV, builds all</a:t>
            </a:r>
            <a:br/>
            <a:r>
              <a:t>six interactive HTML views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2011680"/>
            <a:ext cx="457200" cy="457200"/>
          </a:xfrm>
          <a:prstGeom prst="rightArrow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066CC"/>
                </a:solidFill>
              </a:defRPr>
            </a:pPr>
            <a:r>
              <a:t>CSV unchanged? Re-run step 2 alone — no need to touch PADB-R.exe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 — Two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*_run_job.json — same schema as any padb_run.py job: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"pod": "MyPod.pod", "mode": "interactive",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"my_analysis_run_results",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"run_analytics": true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*_v2_job.json — drives padb_v2.py, different schema: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"title_prefix": "SG6311A My Analysis",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"csv_path": "...\\my_analysis_run_results\\padb\\Scatter.csv",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"my_analysis_v2_results",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"spec_direction": "auto"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Fastest path — generate both at once from the pod: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Key Interactive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Filters — condition dropdowns, serial/DUT exclusion,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— parametric TI and non-parametric (NP-TI), P/C selectors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TLL display: Both / Upper only / Lower only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Shown live only when the CSV has no spec limit at all — a real limit always wins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Global Filter (GF) — set once in boxplot, propagates across every other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CSV export — download the currently filtered data from any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Everything recomputes client-side — no server, no regenerating to try a different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Both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Generators — Skip Writing job.json by Hand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padb_make_job.py — Legacy / Simple / Interactive extract job, from a pod alone: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padb_make_v2_job.py — full Interactive job set (run + one plot job per analytic):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--module NAME sets the publish subfolder (e.g. MyModule → MiniMoab) — always explicit, never auto-guessed from the pod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read the pod's own analytics directly — no manual guessing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Auto-detects and fixes real pod issues: OutputFile collisions, disabled CSV output, one-sided specs with no configured limits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Warns if a generated path nears Windows' 260-character limit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Prerequisites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Python 3 with the required packages: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-m pip install pandas numpy matplotlib scipy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PADB-R.NET installed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Default path: C:\Program Files\KEYSIGHT\PADB-R.NET\PADB-R.exe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Override with padb_exe in job.json if yours differs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Windows desktop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PADB-R.exe is a WinForms app — needs an actual GUI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Will not run over SSH or as a headless service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clone of the padb-tools repository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Per-User Config (Optional, One-Time)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 script derives defaults from Path.home() — never hardcoded to one username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Want to customize? Create padb_config.json once: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&lt;Padb folder&gt;\padb_config.json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"padb_output_dir": "...\\Padb\\R-Plots",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"padb_logs_dir": "...\\Padb\\Logs",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"data_dir": "...\\Padb\\Data",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"publish_root": "\\\\srsnas01...\\SG6311A\\PADB-Simple"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Entirely optional — skip it and every key falls back to a sensible default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Your First Plot — Checklist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Get your .pod file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Generate a job.json (or two, for Interactive):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padb_make_job.py MyPod.pod --module MyModule --mode simple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padb_make_v2_job.py MyPod.pod --module MyModule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Run the extraction: py padb_run.py &lt;job.json&gt;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Interactive only — build the plots: py padb_v2.py &lt;v2_job.json&gt;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Open results_dir\index.html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Before publishing, sanity-check against QA_Checklist.md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Where to Get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New to this? Read in order: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GETTING_STARTED.md → Quick_Start.md → PADB_Tools_Guide.md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One-page steps, nothing else: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Simple_Mode_Cheatsheet.md  /  Interactive_Mode_Cheatsheet.md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Authoring or fixing a pod: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PADB_Analytic_Requirements.md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Before you publish new results: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QA_Checklist.md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Using Claude Code? Type /padb-tools for an on-demand summary of the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architecture, gotchas, and new-pod checklist — no need to open all six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Making Python Find Your Script Folder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Two different goals need two different environment variables: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scripts by name from any directory (padb_run.py job.json):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PATH "$env:PATH;C:\apps\padb\tools"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Open a NEW terminal afterward — only helps for bare invocation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(padb_run.py ...); typing "py padb_run.py ..." still resolves the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path relative to your current directory, PATH doesn't help there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Let other scripts import padb_run / padb_config from anywhere: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PYTHONPATH "C:\apps\padb\tools"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Already have entries? Append instead: setx PYTHONPATH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("$env:PYTHONPATH;C:\apps\padb\tools")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MaxPowerTutorial1.pod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MaxPower-family pod, 6 analytics: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4 x Type=80 Scatter — Unleveled Log, Leveled Log, Leveled Linear, Unleveled 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Type=90 SummaryPlot — Summary_Leveled_Linear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Type=60 Environmental — Environmental_Leveled_Linear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(Limits_YLimit=None on every analytic) — Simple mode doesn't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care; it posts whatever PADB-R renders natively, spec or no spec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turn this pod into a browsable gallery with zero custom plotting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19</a:t>
            </a:r>
          </a:p>
        </p:txBody>
      </p:sp>
      <p:pic>
        <p:nvPicPr>
          <p:cNvPr id="8" name="Picture 7" descr="t1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B2A4A"/>
                </a:solidFill>
              </a:rPr>
              <a:t>py webapp\padb_web.py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Drag MaxPowerTutorial1.pod onto the page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Analytics parse instantly — no extraction needed to preview them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Mode: simple, Module: Tutorial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Click Generate Job — writes MaxPowerTutorial1_job.json next to the pod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Check the Box, Run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20</a:t>
            </a:r>
          </a:p>
        </p:txBody>
      </p:sp>
      <p:pic>
        <p:nvPicPr>
          <p:cNvPr id="8" name="Picture 7" descr="t1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505532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Check the job's row, click Run Selected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Real PADB-R.exe runs — the queue serializes it, so it's safe even if others are running jobs too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Status panel streams the live log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"done" + Open results link when it finishes — 107.1s, this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21</a:t>
            </a:r>
          </a:p>
        </p:txBody>
      </p:sp>
      <p:pic>
        <p:nvPicPr>
          <p:cNvPr id="8" name="Picture 7" descr="simpl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583680" cy="470262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results_dir\index.html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One card per native PNG, largest first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Metadata table (collapsed) shows the pod's own extraction settings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Download links for .sao / .pod / .txt / .csv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Zero custom code involved — this is exactly what PADB-R rendered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MaxPowerTutorial2.pod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focused MaxPower-family pod, 2 analytics — both Type=80 Scatter: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Leveled Linear, Unleveled 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— same as Tutorial 1's pod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Fewer analytics than Tutorial 1 on purpose: Interactive generates a full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6-view suite per analytic, so 2 analytics already means 12 HTML files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the full interactive suite — filters, tolerance intervals, the live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TLL display selector — not just a static gallery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23</a:t>
            </a:r>
          </a:p>
        </p:txBody>
      </p:sp>
      <p:pic>
        <p:nvPicPr>
          <p:cNvPr id="8" name="Picture 7" descr="t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Same drop, different mode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Mode: interactive (V2), Module: Tutorial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click, three files: 1 run job (extraction) + 1 plot job per analytic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csv_path in each plot job is PREDICTED — padb_v2.py verifies it against the real CSV once the run job has actually extracted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Select Just the Run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Three rows appear — the run job and both plot jobs. Check only the run job:</a:t>
            </a:r>
          </a:p>
        </p:txBody>
      </p:sp>
      <p:pic>
        <p:nvPicPr>
          <p:cNvPr id="9" name="Picture 8" descr="t2_step2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4024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You never need to check the plot-job rows yourself for a fresh dataset — the run job finds and runs them automatically once extraction succeeds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3 — One Click: Extract AND Build Plots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Click Run Selected once. Real PADB-R.exe extraction, then both plot jobs build automatically — no second step:</a:t>
            </a:r>
          </a:p>
        </p:txBody>
      </p:sp>
      <p:pic>
        <p:nvPicPr>
          <p:cNvPr id="9" name="Picture 8" descr="t2_step2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0" cy="34681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B2A4A"/>
                </a:solidFill>
                <a:latin typeface="Segoe UI"/>
              </a:rPr>
              <a:t>•  3 temperatures (Room, 20°C, 30°C) — padb_v2.py auto-detects multi-temp data and builds the full six-view suite, no "views" key needed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Combined Gallery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26</a:t>
            </a:r>
          </a:p>
        </p:txBody>
      </p:sp>
      <p:pic>
        <p:nvPicPr>
          <p:cNvPr id="8" name="Picture 7" descr="interactiv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486400" cy="3918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MaxPowerTutorial2_v2_results\index.html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index, 12 links: 2 analytics x 6 views each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(boxplot, distribution, env coverage, scatter, stat summary, summary)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Re-run just padb_v2.py to rebuild this instantly if you tweak a job.json —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no need to touch PADB-R.exe again unless the CSV itself changed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Try the TLL Selector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This pod has no spec limits, so the live "TLL display" selector appears (circled) 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MaxPower is a guaranteed-minimum-power measurement, so try switching it to "Lower only"</a:t>
            </a:r>
          </a:p>
        </p:txBody>
      </p:sp>
      <p:pic>
        <p:nvPicPr>
          <p:cNvPr id="9" name="Picture 8" descr="interactive_summ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2423160"/>
            <a:ext cx="8412480" cy="390579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5363504" y="2978950"/>
            <a:ext cx="2219797" cy="224241"/>
          </a:xfrm>
          <a:prstGeom prst="roundRect">
            <a:avLst/>
          </a:prstGeom>
          <a:noFill/>
          <a:ln w="285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Six Views at a Glance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28</a:t>
            </a:r>
          </a:p>
        </p:txBody>
      </p:sp>
      <p:pic>
        <p:nvPicPr>
          <p:cNvPr id="8" name="Picture 7" descr="t2_view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Scatter — raw per-measurement, all temps</a:t>
            </a:r>
          </a:p>
        </p:txBody>
      </p:sp>
      <p:pic>
        <p:nvPicPr>
          <p:cNvPr id="10" name="Picture 9" descr="t2_view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02336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Boxplot — box stats per condition/temperature</a:t>
            </a:r>
          </a:p>
        </p:txBody>
      </p:sp>
      <p:pic>
        <p:nvPicPr>
          <p:cNvPr id="12" name="Picture 11" descr="t2_view_stat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9808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Stat Summary — room-temp per-DUT population stats</a:t>
            </a:r>
          </a:p>
        </p:txBody>
      </p:sp>
      <p:pic>
        <p:nvPicPr>
          <p:cNvPr id="14" name="Picture 13" descr="t2_view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Summary — all-temp NP-TI summary</a:t>
            </a:r>
          </a:p>
        </p:txBody>
      </p:sp>
      <p:pic>
        <p:nvPicPr>
          <p:cNvPr id="16" name="Picture 15" descr="t2_view_env_cover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02336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Env Coverage — carrier-power stability vs. temperature</a:t>
            </a:r>
          </a:p>
        </p:txBody>
      </p:sp>
      <p:pic>
        <p:nvPicPr>
          <p:cNvPr id="18" name="Picture 17" descr="t2_view_distribu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49808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Distribution — multi-temp Delta-Env KDE (Harmonics pod)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Segment Tab-Through — Jump Between Spec Bands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29</a:t>
            </a:r>
          </a:p>
        </p:txBody>
      </p:sp>
      <p:pic>
        <p:nvPicPr>
          <p:cNvPr id="8" name="Picture 7" descr="deepdive_segment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315200" cy="43434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092440" y="18288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ClockSpurs_PADBToolTest.pod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 real 5-level spec staircase per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"Segment by": Spec / Limit / Uncertainty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Prev / Next jump the freq window to each contiguous spec band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Isolate one SpurType first (dropdown, top-left) — segments are per-selection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Respects the Global Filter and serial/port filters: exclude a DUT and its own spec/limit/uncertainty contribution drops too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All six views: scatter, boxplot, distribution already had this; stat_summary, summary, env_coverage, and the real Delta-Env distribution view all got it this session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Group By — Collapsing Fragmented Conditions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30</a:t>
            </a:r>
          </a:p>
        </p:txBody>
      </p:sp>
      <p:pic>
        <p:nvPicPr>
          <p:cNvPr id="8" name="Picture 7" descr="deepdive_groupby_sta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Stat Summary — Group by: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This pod's per-unit Group text fragments into 151 near-duplicate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Group by collapses them to the 5 real spur types — one legend entry, one spec line each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Mean/min/max/quantiles pool exactly per DUT — a DUT's data falls under exactly one condition per dimension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NP-TI / spec take the worst case across the collapsed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Same dropdown added to Summary and Env Coverage this session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Environmental Coverage — Group By + Segment Tabs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31</a:t>
            </a:r>
          </a:p>
        </p:txBody>
      </p:sp>
      <p:pic>
        <p:nvPicPr>
          <p:cNvPr id="8" name="Picture 7" descr="deepdive_groupby_env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Env Coverage — Group by: SpurType, Segment by: Spec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Before this session: one flat spec value per condition, no per-frequency tracking at 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Now: per-frequency Upper/Lower Limit, Spec, and Uncertainty tracked and segment-tabbable, same as every other view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UDE/LDE/TTU/TTL recompute exactly on every Group By change — already derived from raw per-DUT data on each call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GF toggle (top-right) still applies per-DUT exclusions the same way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Is, When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Claude Code command scoped to this repo (.claude/commands/padb-tools.md)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Surfaces a condensed index of the tool's architecture, gotchas, and a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13-point new-pod checklist — without opening all six markdown docs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Only works when Claude Code's working directory is inside the repo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(e.g. C:\apps\padb\tools) — that's what makes it "repo-scoped"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Use it when you're: onboarding a new pod, debugging a plot feature,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reviewing generated HTML, or just orienting yourself in a new session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Actually Tells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 few of the 13 new-pod checklist items it surfaces immediately: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TestRun_RunStatus — exit 0 but no CSV? Check the pod's default 'P'-only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Environment_TestStep must be {All} or distribution/env_coverage/summary go empty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OutputConfig_OutputCSV=False on a Scatter analytic — renders PNG, writes no CSV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Generated job.json path length — warns before Windows' 260-char limit bites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Plus: the architecture one-liner, common JS gotchas, and pointers to the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full doc for anything it only summarizes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Worked Example: MaxPowerTutorial3.pod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You've just been handed MaxPowerTutorial3.pod — 2 analytics, never run before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Open Claude Code with your working directory inside the padb-tools repo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Type: /padb-tools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Ask directly: "Is MaxPowerTutorial3.pod ready to run in Interactive mode?"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Claude reads the checklist above, then actually inspects the pod file —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Limits_YLimit, Environment_TestStep, OutputConfig_OutputCSV, Group strings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 get a direct answer grounded in this pod's real settings, not a guess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Same Test, Different Database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Malaysia (AMC2) production ramp-up: the same test now also pulls from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AMC2's own PADB Oracle database, not just Santa Rosa's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Comparing a real Santa Rosa pod against its AMC2 counterpart: the only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genuine differences are Device_Server and Device_Database in [Extract]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AnalyticName and OutputConfig_OutputFile is otherwise identical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running both site variants writes identically-named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Risk: point both at a shared results/publish location and one silently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overwrites the other — same class of problem unique_output_filenames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solves within one pod, but across two site-variant pods instead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A4A"/>
                </a:solidFill>
                <a:latin typeface="Segoe UI"/>
              </a:rPr>
              <a:t>•  Site registry lives in padb_sites.json — add a new site there, no code changes: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--pod MyPod.pod --to AMC2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MyPod-AMC2.pod  (SantaRosa -&gt; AMC2)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Device_Server -&gt; PADB ORACLE AMC2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Device_Database -&gt; GALLEON_1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AnalyticName 'Leveled Linear' -&gt; 'Leveled Linear 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OutputConfig_OutputFile '..._Linear' -&gt; '..._Linear_AMC2'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WARNING: SaoFile now points at 'MyPod-AMC2.sao', which does not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exist yet -- supply a real .sao extracted at AMC2 before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Source pod is never touched. Round-trip verified byte-identical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Segoe UI"/>
              </a:rPr>
              <a:t>–  (SantaRosa -&gt; AMC2 -&gt; SantaRosa reproduces the original exactly)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--job my_run_job.json --to AMC2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Repoints "pod" and swaps the pod stem everywhere it appears: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Converted pod not found yet -- creating it first: ...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MyPod-AMC2_run_job.json  (SantaRosa -&gt; AMC2,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pod=MyPod-AMC2.pod)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This is a V2 run job -- also regenerate its plot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job(s) against the new pod: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py padb_make_v2_job.py MyPod-AMC2.pod --module &lt;YourModule&gt;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Updates results_dir, publish/publish_to, and description too — not just "pod"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--force overwrites an existing output; --list-sites prints the registry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FC5FF"/>
                </a:solidFill>
                <a:latin typeface="Consolas"/>
              </a:defRPr>
            </a:pPr>
            <a:r>
              <a:t>C:\apps\padb\tools   |   /padb-tools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66CC"/>
                </a:solidFill>
              </a:defRPr>
            </a:pPr>
            <a:r>
              <a:t>Setting Up From Zero — Assumes No Prior Access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Getting the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This repo isn't on a company-wide share by default — copy it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\\srsnas01.srs.is.keysight.com\prod\MIDRF3\SG6311A\Padb-tools\tools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Copy that whole "tools" folder to a local path, e.g. C:\apps\padb\tools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padb_batch.py is bundled directly inside the tools folder (added 2026-08-05)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no separate dependency to track down; the whole repo is self-contained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Then follow the Prerequisites and Per-User Config slides earlier in this deck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First Commands to Verify Your Setup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From inside the tools folder, confirm everything imports cleanly: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-c "import padb_run, padb_v2, padb_config"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No output and no traceback =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Then generate your first job.json from any pod you have access 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padb_make_job.py YourPod.pod --module YourModule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If PADB-R.exe launches and a real window briefly appears, you're fully set up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Stuck? GETTING_STARTED.md → Quick_Start.md, or type /padb-tools once you're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working inside the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