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6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103701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rPr dirty="0">
                <a:solidFill>
                  <a:srgbClr val="1B2A4A">
                    <a:alpha val="29000"/>
                  </a:srgbClr>
                </a:solidFill>
              </a:rP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2286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rPr dirty="0">
                <a:solidFill>
                  <a:srgbClr val="0066CC">
                    <a:alpha val="30000"/>
                  </a:srgbClr>
                </a:solidFill>
              </a:rP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•  </a:t>
            </a:r>
            <a:r>
              <a:rPr sz="1400" dirty="0" err="1">
                <a:solidFill>
                  <a:srgbClr val="555555">
                    <a:alpha val="45000"/>
                  </a:srgbClr>
                </a:solidFill>
              </a:rPr>
              <a:t>accuracy_vs_freq</a:t>
            </a: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, distribution,
</a:t>
            </a:r>
            <a:r>
              <a:rPr sz="1400" dirty="0" err="1">
                <a:solidFill>
                  <a:srgbClr val="555555">
                    <a:alpha val="45000"/>
                  </a:srgbClr>
                </a:solidFill>
              </a:rPr>
              <a:t>de_summary</a:t>
            </a: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, etc.</a:t>
            </a:r>
          </a:p>
          <a:p>
            <a:pPr>
              <a:spcAft>
                <a:spcPts val="1400"/>
              </a:spcAft>
            </a:pP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•  One </a:t>
            </a:r>
            <a:r>
              <a:rPr sz="1400" dirty="0" err="1">
                <a:solidFill>
                  <a:srgbClr val="555555">
                    <a:alpha val="45000"/>
                  </a:srgbClr>
                </a:solidFill>
              </a:rPr>
              <a:t>job.json</a:t>
            </a:r>
            <a:r>
              <a:rPr sz="1400" dirty="0">
                <a:solidFill>
                  <a:srgbClr val="555555">
                    <a:alpha val="45000"/>
                  </a:srgbClr>
                </a:solidFill>
              </a:rPr>
              <a:t>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best-effort 'Serial Number' NOT IN {...} expression for pasting into PADB itself (under development)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Recent Updates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Stat Summary &amp; Boxplot: spec/margin columns now show both sides when direction is undetermined (was silently upper-only)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Boxplot: "Passing only" now warns when there's nothing to compare against, instead of quietly doing nothing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Env Coverage: drag-zoom now narrows the Statistics Table too — same behavior Stat Summary and Boxplot already had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Large datasets: opt-in decimation + binary encoding cut file size dramatically (one real case: 400MB → 99MB)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Compare Mode: x-axis units auto-detected and cross-checked between sites; new default PADB-Compare publish location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Data integrity: results_padb is now the only trusted CSV source — no more silent R-Plots fallback substitution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Web app: survives a restart mid-run, cleans up orphaned R-Host.exe processes, and the Running Jobs panel survives a browser refresh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64592" rIns="228600" bIns="164592" rtlCol="0" anchor="t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4869</Words>
  <Application>Microsoft Office PowerPoint</Application>
  <PresentationFormat>Widescreen</PresentationFormat>
  <Paragraphs>489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Murray</cp:lastModifiedBy>
  <cp:revision>2</cp:revision>
  <dcterms:created xsi:type="dcterms:W3CDTF">2013-01-27T09:14:16Z</dcterms:created>
  <dcterms:modified xsi:type="dcterms:W3CDTF">2026-08-31T15:56:51Z</dcterms:modified>
  <cp:category/>
</cp:coreProperties>
</file>