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Generate the 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From the Data folder, one command: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MaxPowerTutorial1.pod --module Tutorial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Writes MaxPowerTutorial1_job.json next to the pod: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"description": "SG6311A MaxPowerTutorial1 — Simple mode",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"pod": "MaxPowerTutorial1.pod",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"results_dir": "MaxPowerTutorial1_simple_results",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"publish": { "destination":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"...\\PADB-Simple\\Tutorial\\MaxPowerTutorial1" }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Run It (Real PADB-R.exe)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MaxPowerTutorial1_job.json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What actually happened, this run: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30632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Analytics found in pod: 6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[1] Scatter        Unleveled Log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[2] Scatter        Leveled Log   ...(4 Scatter total)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[5] SummaryPlot    Summary_Leveled_Linear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[6] Environmental  Environmental_Leveled_Linear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PADB completed in 107.1s, return code: 0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CSVs found: 6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Publishing to ...\\PADB-Simple\\Tutorial\\MaxPowerTutorial1 ...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Published 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largest first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Generate Both Job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 command generates the run job AND one plot job per analytic: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MaxPowerTutorial2.pod --module Tutorial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11064240" cy="173736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Wrote MaxPowerTutorial2_run_job.json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Wrote MaxPowerTutorial2_Leveled_Linear_v2_job.json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(csv_path PREDICTED -- verify after running the extraction job)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Wrote MaxPowerTutorial2_Unleveled_Linear_v2_job.json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(csv_path PREDICTED -- verify after running the extraction job)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files total: 1 run job (extraction) + 2 plot jobs (one per analytic)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Run the Extraction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MaxPowerTutorial2_run_job.json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What actually happened, this run: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514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Analytics found in pod: 2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[1] Scatter  Leveled Linear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[2] Scatter  Unleveled Linear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PADB completed in 122.7s, return code: 0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CSVs found: 2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Scatter_Max_Power_Leveled_Linear.csv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Scatter_Max_Power_Unleveled_Linear.csv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CSVs land in MaxPowerTutorial2_run_results\padb\ — padb_v2.py reads from here next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Build the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padb_v2.py once per plot job (no PADB-R.exe involved — fast):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9144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padb_v2.py MaxPowerTutorial2_Leveled_Linear_v2_job.json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padb_v2.py MaxPowerTutorial2_Unleveled_Linear_v2_job.json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Each renders all six views and publishes: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11064240" cy="173736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Rendering Scatter, Statistical Summary, Box Plots,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Distribution, Environmental Coverage, Summary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Published 7 file(s) -&gt; ...\\PADB-Interactive\\Tutorial\\MaxPowerTutorial2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Published 13 file(s) -&gt; ...\\PADB-Interactive\\Tutorial\\MaxPowerTutorial2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analytics share one results folder and one combined index.html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Try the TLL Selector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 has no spec limits, so the live "TLL display" selector appears (circled) 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try switching it to "Lower only"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42316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5363504" y="2978950"/>
            <a:ext cx="2219797" cy="224241"/>
          </a:xfrm>
          <a:prstGeom prst="roundRect">
            <a:avLst/>
          </a:prstGeom>
          <a:noFill/>
          <a:ln w="285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