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automatically -- no manual override needed, and no live selector to switch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the Lower limit is the one that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actually matters here -- watch the dashed lower spec line against the TTL band as you filter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best-effort 'Serial Number' NOT IN {...} expression for pasting into PADB itself (under development)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 — before spending time on a build that turns out wrong: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